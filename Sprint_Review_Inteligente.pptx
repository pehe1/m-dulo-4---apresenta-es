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Sprint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Análise automatizada do repositório</a:t>
            </a:r>
          </a:p>
          <a:p>
            <a:r>
              <a:t>https://github.com/ronaldovieira2505-rgb/Modulo4-Apresentacoes-rep1.git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Entregas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Destaques da iteração:</a:t>
            </a:r>
          </a:p>
          <a:p>
            <a:pPr lvl="1"/>
            <a:r>
              <a:t>Geração dinâmica de apresentações PPTX a partir de conteúdo textual</a:t>
            </a:r>
          </a:p>
          <a:p>
            <a:pPr lvl="1"/>
            <a:r>
              <a:t>Integração de Inteligência Artificial Gemini para sumarização inteligente de slides</a:t>
            </a:r>
          </a:p>
          <a:p>
            <a:pPr lvl="1"/>
            <a:r>
              <a:t>Aprimorada a capacidade da IA em traduzir dados técnicos para linguagem de negócios</a:t>
            </a:r>
          </a:p>
          <a:p>
            <a:pPr lvl="1"/>
            <a:r>
              <a:t>Garantida a estabilidade e performance da IA através de atualizações críticas e correção de erros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