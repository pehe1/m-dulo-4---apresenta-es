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Sprint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Análise automatizada do repositório</a:t>
            </a:r>
          </a:p>
          <a:p>
            <a:r>
              <a:t>https://github.com/ronaldovieira2505-rgb/Modulo4-Apresentacoes-rep1.git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Principais Entregas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Destaques da iteração:</a:t>
            </a:r>
          </a:p>
          <a:p>
            <a:pPr lvl="1"/>
            <a:r>
              <a:t>Funcionalidade principal de geração de slides PPTX a partir de texto</a:t>
            </a:r>
          </a:p>
          <a:p>
            <a:pPr lvl="1"/>
            <a:r>
              <a:t>Integração da IA Gemini para sumarização inteligente de conteúdo</a:t>
            </a:r>
          </a:p>
          <a:p>
            <a:pPr lvl="1"/>
            <a:r>
              <a:t>Aprimoramento da IA para transformar dados brutos em tópicos executivos</a:t>
            </a:r>
          </a:p>
          <a:p>
            <a:pPr lvl="1"/>
            <a:r>
              <a:t>Otimização e estabilização da integração da IA, resolvendo erros críticos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